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UPPMS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1FA38A"/>
                </a:solidFill>
                <a:latin typeface="Calibri"/>
              </a:rPr>
              <a:t>University Project Portfolio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Students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Baraa Abdullah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Sohayb Sabboura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Obada Kahwajy</a:t>
            </a:r>
          </a:p>
          <a:p>
            <a:pPr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A38A"/>
                </a:solidFill>
                <a:latin typeface="Calibri"/>
              </a:rPr>
              <a:t>Supervised by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Anas Abdulaziz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Graduation Project Presentation  ·  Syrian Private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1.  Problem Statement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2.  How Our System Solves the Problem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3.  System Advantages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4.  What Was Implemented Before vs Now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5.  Methodology (Gantt, Use Case, Activity, Sequence)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6.  Tools Used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7. 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4"/>
                </a:solidFill>
                <a:latin typeface="Calibri"/>
              </a:rPr>
              <a:t>UPPMS  ·  Graduation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4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1.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Graduation projects are managed with scattered tools (chat, sheets, email).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No reliable isolation when multiple universities share one platform.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Open registration allows unverified accounts into the academic workspace.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Choosing a project idea and breaking it into tasks is slow and unstructured.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Defense scheduling is manual, conflict-prone, and hard to optimize.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Academic progression across stages lacks enforced prerequisites.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Supervisors and admins lack a single source of truth for proposals, progress, and defenses.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4"/>
                </a:solidFill>
                <a:latin typeface="Calibri"/>
              </a:rPr>
              <a:t>UPPMS  ·  Graduation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4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2. How Our System Solves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57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0D7A6F"/>
                </a:solidFill>
                <a:latin typeface="Calibri"/>
              </a:rPr>
              <a:t>Secure Access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Multi-tenant isolation by university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XML-based authorized registration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Role-based access (RBAC)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657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0D7A6F"/>
                </a:solidFill>
                <a:latin typeface="Calibri"/>
              </a:rPr>
              <a:t>Smart Project Flow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AI project ideation (Gemini)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Supervisor proposal approval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AI task breakdown + GitHub link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18872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0D7A6F"/>
                </a:solidFill>
                <a:latin typeface="Calibri"/>
              </a:rPr>
              <a:t>Academic Control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Configurable academic tracks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Prerequisite stage unlocking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Defense result updates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5577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0D7A6F"/>
                </a:solidFill>
                <a:latin typeface="Calibri"/>
              </a:rPr>
              <a:t>Intelligent Defense Scheduling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Genetic algorithm generates conflict-aware schedules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Rooms, availability, committees, and constraints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Admin reviews candidates and approves the final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657600"/>
            <a:ext cx="5394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0D7A6F"/>
                </a:solidFill>
                <a:latin typeface="Calibri"/>
              </a:rPr>
              <a:t>One Platform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Students, supervisors, university &amp; platform admins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Projects, tasks, notifications, dashboards together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Spec-driven delivery for reliable increments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4"/>
                </a:solidFill>
                <a:latin typeface="Calibri"/>
              </a:rPr>
              <a:t>UPPMS  ·  Graduation 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4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3. System 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University-level data isolation with shared SaaS deployment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Verified onboarding via official XML records (student: email + number, supervisor: email)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End-to-end lifecycle: idea → proposal → project → tasks → defense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AI assistance for ideation and task decomposition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Optimized defense scheduling with hard and soft constraints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Manual committees when needed; genetic search when scale is high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Academic tracks enforce sequential progress and prevent skipping stages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Modern React SPA + Laravel API — maintainable and extensible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4"/>
                </a:solidFill>
                <a:latin typeface="Calibri"/>
              </a:rPr>
              <a:t>UPPMS  ·  Graduation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4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4. Implemented Before vs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0D7A6F"/>
                </a:solidFill>
                <a:latin typeface="Calibri"/>
              </a:rPr>
              <a:t>Previously Implemented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Multi-tenancy foundation (universities)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RBAC &amp; account approval workflow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UI workspace isolation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Core projects, tasks, comments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Invitations &amp; GitHub linking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Notifications &amp; dashboards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AI project ideation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AI task breakdown + flexible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B54A24"/>
                </a:solidFill>
                <a:latin typeface="Calibri"/>
              </a:rPr>
              <a:t>Implemented Now (Recent Phases)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Scheduling infrastructure (rooms, availability, stages)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Genetic Algorithm scheduling engine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Scheduling API &amp; admin dashboard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XML registration &amp; data matching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Project proposals &amp; supervisor approval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Manual defense committee management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Academic tracks &amp; sequential progress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Full documentation &amp; design diagrams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4"/>
                </a:solidFill>
                <a:latin typeface="Calibri"/>
              </a:rPr>
              <a:t>UPPMS  ·  Graduation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4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5.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Spec-Driven Development (Spec Kit): constitution → specify → plan → tasks → implement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Incremental phases with testable deliverables after each sprint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UML artifacts for analysis and design: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    – Gantt Chart for planning and milestones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    – Use Case Diagram for actor–system interactions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    – Activity Diagram for key business workflows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    – Sequence Diagram for controller/service collaborations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Layered Client–Server SPA architecture with multi-tenant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4"/>
                </a:solidFill>
                <a:latin typeface="Calibri"/>
              </a:rPr>
              <a:t>UPPMS  ·  Graduation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4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5.1 Gantt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antt Chart 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27914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4"/>
                </a:solidFill>
                <a:latin typeface="Calibri"/>
              </a:rPr>
              <a:t>UPPMS  ·  Graduation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4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5.2 Use Case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e-cas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624" y="1051560"/>
            <a:ext cx="2706272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4"/>
                </a:solidFill>
                <a:latin typeface="Calibri"/>
              </a:rPr>
              <a:t>UPPMS  ·  Graduation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4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5.3 Activity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38" y="1051560"/>
            <a:ext cx="2312644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4"/>
                </a:solidFill>
                <a:latin typeface="Calibri"/>
              </a:rPr>
              <a:t>UPPMS  ·  Graduation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4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5.4 Sequence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901" y="1051560"/>
            <a:ext cx="684571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4"/>
                </a:solidFill>
                <a:latin typeface="Calibri"/>
              </a:rPr>
              <a:t>UPPMS  ·  Graduation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4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5.5 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-architecture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08" y="1097280"/>
            <a:ext cx="1433503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4"/>
                </a:solidFill>
                <a:latin typeface="Calibri"/>
              </a:rPr>
              <a:t>UPPMS  ·  Graduation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4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5.6 Data Model Overview (ERD)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-erd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090" y="1051560"/>
            <a:ext cx="780334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4"/>
                </a:solidFill>
                <a:latin typeface="Calibri"/>
              </a:rPr>
              <a:t>UPPMS  ·  Graduation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4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6. Tools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0D7A6F"/>
                </a:solidFill>
                <a:latin typeface="Calibri"/>
              </a:rPr>
              <a:t>Backend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Laravel (PHP)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Eloquent ORM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MySQL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REST API + Sanctum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657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0D7A6F"/>
                </a:solidFill>
                <a:latin typeface="Calibri"/>
              </a:rPr>
              <a:t>Frontend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React (Vite)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Material UI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React Router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i18n (EN / AR)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188720"/>
            <a:ext cx="3566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0D7A6F"/>
                </a:solidFill>
                <a:latin typeface="Calibri"/>
              </a:rPr>
              <a:t>AI &amp; Algorithms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Google Gemini API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Genetic Algorithm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Constraint fitness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49039"/>
            <a:ext cx="5577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0D7A6F"/>
                </a:solidFill>
                <a:latin typeface="Calibri"/>
              </a:rPr>
              <a:t>Engineering Process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Spec Kit (spec-driven development)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PHPUnit feature/unit tests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Git / 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749039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0D7A6F"/>
                </a:solidFill>
                <a:latin typeface="Calibri"/>
              </a:rPr>
              <a:t>Design &amp; Planning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PlantUML / Mermaid diagrams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GanttProject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Chapter 5 design 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4"/>
                </a:solidFill>
                <a:latin typeface="Calibri"/>
              </a:rPr>
              <a:t>UPPMS  ·  Graduation 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4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7. Live Demo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1FA38A"/>
                </a:solidFill>
                <a:latin typeface="Calibri"/>
              </a:rPr>
              <a:t>Questions &amp; Discussion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Baraa Abdullah  ·  Sohayb Sabboura  ·  Obada Kahwajy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Supervisor: Anas Abdulaziz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